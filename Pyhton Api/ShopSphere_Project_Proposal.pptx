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ShopSphere Data Engineering &amp; Analytics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BRD v1.0</a:t>
            </a:r>
          </a:p>
          <a:p>
            <a:r>
              <a:t>Building a Scalable, Unified Data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Overview: ShopSphere Inc.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Domain: US-based e-commerce retailer operating in 6 regions (Northeast, Midwest, etc.).</a:t>
            </a:r>
          </a:p>
          <a:p>
            <a:pPr>
              <a:defRPr sz="1800"/>
            </a:pPr>
            <a:r>
              <a:t>Scale: Serves 150K+ daily visitors and processes 12K orders daily.</a:t>
            </a:r>
          </a:p>
          <a:p>
            <a:pPr>
              <a:defRPr sz="1800"/>
            </a:pPr>
            <a:r>
              <a:t>Current Tech: On-premise PostgreSQL, Microservices logs, and Vendor CSVs.</a:t>
            </a:r>
          </a:p>
          <a:p>
            <a:pPr>
              <a:defRPr sz="1800"/>
            </a:pPr>
            <a:r>
              <a:t>Status: Rapid growth hindered by scattered data and manual reporting.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Fragmented Data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 is siloed across incompatible systems:</a:t>
            </a:r>
          </a:p>
          <a:p>
            <a:pPr>
              <a:defRPr sz="1800"/>
            </a:pPr>
            <a:r>
              <a:t>- PostgreSQL: Transactional data (hard to scale).</a:t>
            </a:r>
          </a:p>
          <a:p>
            <a:pPr>
              <a:defRPr sz="1800"/>
            </a:pPr>
            <a:r>
              <a:t>- S3 Buckets: Unstructured event logs.</a:t>
            </a:r>
          </a:p>
          <a:p>
            <a:pPr>
              <a:defRPr sz="1800"/>
            </a:pPr>
            <a:r>
              <a:t>- Vendor CSVs: Inventory updates (manual &amp; delayed).</a:t>
            </a:r>
          </a:p>
          <a:p>
            <a:pPr>
              <a:defRPr sz="1800"/>
            </a:pPr>
            <a:r>
              <a:t>Impact: Teams spend hours manually pulling and merging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Bottlenecks &amp; Manual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 Real-Time Insights: Business relies on yesterday's reports.</a:t>
            </a:r>
          </a:p>
          <a:p>
            <a:pPr>
              <a:defRPr sz="1800"/>
            </a:pPr>
            <a:r>
              <a:t>Reactive: When products go viral (e.g., TikTok), inventory runs out before teams notice.</a:t>
            </a:r>
          </a:p>
          <a:p>
            <a:pPr>
              <a:defRPr sz="1800"/>
            </a:pPr>
            <a:r>
              <a:t>Inefficiency: Reporting team spends 70% of their time collecting data instead of analyzing it.</a:t>
            </a:r>
          </a:p>
          <a:p>
            <a:pPr>
              <a:defRPr sz="1800"/>
            </a:pPr>
            <a:r>
              <a:t>Blind Spots: No unified 'Customer 360' view to track buying patterns.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Revenue Loss: Inventory discrepancies lead to Out-of-Stock items and refunds.</a:t>
            </a:r>
          </a:p>
          <a:p>
            <a:pPr>
              <a:defRPr sz="1800"/>
            </a:pPr>
            <a:r>
              <a:t>Customer Trust: Confusion over availability damages the brand.</a:t>
            </a:r>
          </a:p>
          <a:p>
            <a:pPr>
              <a:defRPr sz="1800"/>
            </a:pPr>
            <a:r>
              <a:t>Scalability Failures: During Black Friday/Christmas, systems slow down and pipelines fail.</a:t>
            </a:r>
          </a:p>
          <a:p>
            <a:pPr>
              <a:defRPr sz="1800"/>
            </a:pPr>
            <a:r>
              <a:t>Delayed Decisions: Lack of real-time data prevents agile marketing.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Unified Data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Objective: Build a scalable, automated, cloud-based data platform.</a:t>
            </a:r>
          </a:p>
          <a:p>
            <a:pPr>
              <a:defRPr sz="1800"/>
            </a:pPr>
            <a:r>
              <a:t>Single Source of Truth: Unify transactional, log, and vendor data.</a:t>
            </a:r>
          </a:p>
          <a:p>
            <a:pPr>
              <a:defRPr sz="1800"/>
            </a:pPr>
            <a:r>
              <a:t>Automation: Replace manual Excel work with automated pipelines.</a:t>
            </a:r>
          </a:p>
          <a:p>
            <a:pPr>
              <a:defRPr sz="1800"/>
            </a:pPr>
            <a:r>
              <a:t>Scalability: Handle 4x traffic spikes (Holiday/Black Friday) without failure.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Real-Time Visibility: Instant insights into inventory and trends.</a:t>
            </a:r>
          </a:p>
          <a:p>
            <a:pPr>
              <a:defRPr sz="1800"/>
            </a:pPr>
            <a:r>
              <a:t>Customer 360: Unified view of orders, returns, and clickstream behavior.</a:t>
            </a:r>
          </a:p>
          <a:p>
            <a:pPr>
              <a:defRPr sz="1800"/>
            </a:pPr>
            <a:r>
              <a:t>Automated Dashboards: KPI monitoring to replace manual reports.</a:t>
            </a:r>
          </a:p>
          <a:p>
            <a:pPr>
              <a:defRPr sz="1800"/>
            </a:pPr>
            <a:r>
              <a:t>High Reliability: Low latency systems ensuring data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