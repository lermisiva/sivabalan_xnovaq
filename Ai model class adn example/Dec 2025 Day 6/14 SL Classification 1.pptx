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84" r:id="rId5"/>
    <p:sldId id="371" r:id="rId6"/>
    <p:sldId id="372" r:id="rId7"/>
    <p:sldId id="286" r:id="rId8"/>
    <p:sldId id="373" r:id="rId9"/>
    <p:sldId id="374" r:id="rId10"/>
    <p:sldId id="375" r:id="rId11"/>
    <p:sldId id="379" r:id="rId12"/>
    <p:sldId id="376" r:id="rId13"/>
    <p:sldId id="377" r:id="rId14"/>
    <p:sldId id="3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C4BF"/>
    <a:srgbClr val="E9C46A"/>
    <a:srgbClr val="97EFD3"/>
    <a:srgbClr val="F15574"/>
    <a:srgbClr val="F4EBE8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99" autoAdjust="0"/>
  </p:normalViewPr>
  <p:slideViewPr>
    <p:cSldViewPr snapToGrid="0" snapToObjects="1" showGuides="1">
      <p:cViewPr varScale="1">
        <p:scale>
          <a:sx n="82" d="100"/>
          <a:sy n="82" d="100"/>
        </p:scale>
        <p:origin x="720" y="72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7/6/2024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5222" y="4329684"/>
            <a:ext cx="4873752" cy="630936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Noble Xavier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B90D92-1819-3D47-8648-D3DB3B00F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39" y="2240280"/>
            <a:ext cx="9192520" cy="1709928"/>
          </a:xfrm>
        </p:spPr>
        <p:txBody>
          <a:bodyPr/>
          <a:lstStyle/>
          <a:p>
            <a:r>
              <a:rPr lang="en-IN" sz="4800" dirty="0">
                <a:latin typeface="Arial Rounded MT Bold" panose="020F0704030504030204" pitchFamily="34" charset="0"/>
              </a:rPr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06AB9-689E-2852-5C1A-6EDD36698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65716"/>
            <a:ext cx="10353762" cy="61551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 Learning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AD8D94-8254-70C8-D478-12E6F9F16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969115"/>
            <a:ext cx="7799679" cy="4919769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Linear Regression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Linear Regression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Tree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Polynomial Regression</a:t>
            </a: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 </a:t>
            </a:r>
          </a:p>
          <a:p>
            <a:pPr lvl="1"/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k-nearest neighbour  (KNN)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Naive Bayes (Classifier)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vector machines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Tree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</a:t>
            </a:r>
          </a:p>
        </p:txBody>
      </p:sp>
    </p:spTree>
    <p:extLst>
      <p:ext uri="{BB962C8B-B14F-4D97-AF65-F5344CB8AC3E}">
        <p14:creationId xmlns:p14="http://schemas.microsoft.com/office/powerpoint/2010/main" val="850553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1498-DA8F-86CB-A0EE-3DB38201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LOGISTIC REGRESSION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BC5B3-3977-012E-E7FE-F46AD8F7E3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1707F-5BDB-0D97-D0BF-7E6D65544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3872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4FBB-A48E-8BF6-381A-9F8B90FC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56" y="268353"/>
            <a:ext cx="9205492" cy="61551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9F2658-DD84-6F8F-8CE6-CBB137DEC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10" y="1164774"/>
            <a:ext cx="10209780" cy="486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97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4FBB-A48E-8BF6-381A-9F8B90FC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56" y="189552"/>
            <a:ext cx="9205492" cy="61551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Regression- Example Hours study and Pass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19B60A-4465-3A00-6703-B43265573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228" y="883872"/>
            <a:ext cx="8882744" cy="54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2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4FBB-A48E-8BF6-381A-9F8B90FC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56" y="268353"/>
            <a:ext cx="9205492" cy="61551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Regression- Example 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093102-5DB3-FDD8-FD05-646964150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40" y="1271275"/>
            <a:ext cx="10950100" cy="477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372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4FBB-A48E-8BF6-381A-9F8B90FC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56" y="268353"/>
            <a:ext cx="9205492" cy="61551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Regression-Curve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E92BE7-00D3-4919-6C84-00BD18476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71" y="1149048"/>
            <a:ext cx="10637945" cy="471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08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4FBB-A48E-8BF6-381A-9F8B90FC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56" y="268353"/>
            <a:ext cx="9205492" cy="61551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Regression-Curve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F7C27-40D3-4317-52FD-1A5077177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47" y="1132877"/>
            <a:ext cx="11065706" cy="480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12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4FBB-A48E-8BF6-381A-9F8B90FC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56" y="268353"/>
            <a:ext cx="9205492" cy="61551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Regression-Equation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77366C-17AD-FCC5-E20C-D996EA545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93" y="1089793"/>
            <a:ext cx="11028730" cy="50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09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4FBB-A48E-8BF6-381A-9F8B90FC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56" y="268353"/>
            <a:ext cx="9205492" cy="61551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F46DD2-373D-1935-7694-07579A199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35" y="1357062"/>
            <a:ext cx="10708042" cy="352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377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4FBB-A48E-8BF6-381A-9F8B90FC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56" y="268353"/>
            <a:ext cx="9205492" cy="61551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Vs Logistic Regression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720184-C286-A7A5-86C2-130094AC6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33" y="1381330"/>
            <a:ext cx="10876978" cy="476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18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{0CBD495F-6F60-4A28-86A3-313002760B2E}tf11429527_win32</Template>
  <TotalTime>560</TotalTime>
  <Words>66</Words>
  <Application>Microsoft Office PowerPoint</Application>
  <PresentationFormat>Widescreen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Rounded MT Bold</vt:lpstr>
      <vt:lpstr>Calibri</vt:lpstr>
      <vt:lpstr>Century Gothic</vt:lpstr>
      <vt:lpstr>Karla</vt:lpstr>
      <vt:lpstr>Univers Condensed Light</vt:lpstr>
      <vt:lpstr>Office Theme</vt:lpstr>
      <vt:lpstr>Logistic Regression</vt:lpstr>
      <vt:lpstr>Supervised Learning </vt:lpstr>
      <vt:lpstr>LOGISTIC REGRESSION</vt:lpstr>
      <vt:lpstr>Logistic Regression</vt:lpstr>
      <vt:lpstr>Logistic Regression- Example Hours study and Pass</vt:lpstr>
      <vt:lpstr>Logistic Regression- Example Election</vt:lpstr>
      <vt:lpstr>Logistic Regression-Curve</vt:lpstr>
      <vt:lpstr>Logistic Regression-Curve</vt:lpstr>
      <vt:lpstr>Logistic Regression-Equation</vt:lpstr>
      <vt:lpstr>Logistic Regression</vt:lpstr>
      <vt:lpstr>Linear Vs Logistic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</dc:title>
  <dc:creator>Noble Xavier</dc:creator>
  <cp:lastModifiedBy>Noble Xavier</cp:lastModifiedBy>
  <cp:revision>107</cp:revision>
  <dcterms:created xsi:type="dcterms:W3CDTF">2023-08-11T17:08:08Z</dcterms:created>
  <dcterms:modified xsi:type="dcterms:W3CDTF">2024-07-06T02:21:38Z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