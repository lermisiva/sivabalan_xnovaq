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84" r:id="rId5"/>
    <p:sldId id="362" r:id="rId6"/>
    <p:sldId id="259" r:id="rId7"/>
    <p:sldId id="363" r:id="rId8"/>
    <p:sldId id="265" r:id="rId9"/>
    <p:sldId id="260" r:id="rId10"/>
    <p:sldId id="364" r:id="rId11"/>
    <p:sldId id="369" r:id="rId12"/>
    <p:sldId id="371" r:id="rId13"/>
    <p:sldId id="372" r:id="rId14"/>
    <p:sldId id="373" r:id="rId15"/>
    <p:sldId id="375" r:id="rId16"/>
    <p:sldId id="376" r:id="rId17"/>
    <p:sldId id="370" r:id="rId18"/>
    <p:sldId id="261" r:id="rId19"/>
    <p:sldId id="365" r:id="rId20"/>
    <p:sldId id="366" r:id="rId21"/>
    <p:sldId id="262" r:id="rId22"/>
    <p:sldId id="368" r:id="rId23"/>
    <p:sldId id="3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4/14/2025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222" y="4329684"/>
            <a:ext cx="4873752" cy="63093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Noble Xavier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B90D92-1819-3D47-8648-D3DB3B00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2240280"/>
            <a:ext cx="9192520" cy="1709928"/>
          </a:xfrm>
        </p:spPr>
        <p:txBody>
          <a:bodyPr/>
          <a:lstStyle/>
          <a:p>
            <a:r>
              <a:rPr lang="en-IN" sz="4800" dirty="0">
                <a:latin typeface="Arial Rounded MT Bold" panose="020F0704030504030204" pitchFamily="34" charset="0"/>
              </a:rPr>
              <a:t>Install Tensor Flow</a:t>
            </a: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F1498-DA8F-86CB-A0EE-3DB3820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20" y="2322576"/>
            <a:ext cx="8276253" cy="1901952"/>
          </a:xfrm>
        </p:spPr>
        <p:txBody>
          <a:bodyPr/>
          <a:lstStyle/>
          <a:p>
            <a:pPr algn="ctr"/>
            <a:r>
              <a:rPr lang="en-IN" sz="3600" dirty="0">
                <a:latin typeface="Arial Rounded MT Bold" panose="020F0704030504030204" pitchFamily="34" charset="0"/>
              </a:rPr>
              <a:t>INSTALL TENSOR FLOW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AD8FD-D67B-D065-7052-E130CC3C88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9E156-81A1-63B1-3A2A-98FD60231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7496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00F39F-7416-4496-81B3-E3856833105A}"/>
              </a:ext>
            </a:extLst>
          </p:cNvPr>
          <p:cNvSpPr txBox="1"/>
          <p:nvPr/>
        </p:nvSpPr>
        <p:spPr>
          <a:xfrm>
            <a:off x="7028460" y="1198728"/>
            <a:ext cx="34684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Anaconda Navigator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-&gt; All 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1474E3-A0E1-4F7B-38D1-1F63CFE20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10" y="887509"/>
            <a:ext cx="5751082" cy="53951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44526B-41BF-8163-3989-4D30B0E7F207}"/>
              </a:ext>
            </a:extLst>
          </p:cNvPr>
          <p:cNvSpPr txBox="1"/>
          <p:nvPr/>
        </p:nvSpPr>
        <p:spPr>
          <a:xfrm>
            <a:off x="3256383" y="11155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TensorFlow </a:t>
            </a:r>
          </a:p>
        </p:txBody>
      </p:sp>
    </p:spTree>
    <p:extLst>
      <p:ext uri="{BB962C8B-B14F-4D97-AF65-F5344CB8AC3E}">
        <p14:creationId xmlns:p14="http://schemas.microsoft.com/office/powerpoint/2010/main" val="55199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3C7D2-D125-FE40-EB6D-BB048480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6BCF6A-3044-7E0A-9D26-AE11B14DCAA1}"/>
              </a:ext>
            </a:extLst>
          </p:cNvPr>
          <p:cNvSpPr txBox="1"/>
          <p:nvPr/>
        </p:nvSpPr>
        <p:spPr>
          <a:xfrm>
            <a:off x="6412639" y="1149870"/>
            <a:ext cx="46874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Anaconda Navigator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the folder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Anaconda (anaconda3) -&gt;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click </a:t>
            </a:r>
          </a:p>
          <a:p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Anaconda Navigator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33DAB-BE6F-164A-4C07-68692816A94B}"/>
              </a:ext>
            </a:extLst>
          </p:cNvPr>
          <p:cNvSpPr txBox="1"/>
          <p:nvPr/>
        </p:nvSpPr>
        <p:spPr>
          <a:xfrm>
            <a:off x="3256383" y="11155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TensorFlow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02ED05-F16F-EE05-A633-FF3991688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667" y="906561"/>
            <a:ext cx="4886949" cy="546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253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6440A1-77A9-438D-28FA-3435A6BC88C4}"/>
              </a:ext>
            </a:extLst>
          </p:cNvPr>
          <p:cNvSpPr txBox="1"/>
          <p:nvPr/>
        </p:nvSpPr>
        <p:spPr>
          <a:xfrm>
            <a:off x="3256383" y="111553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TensorFlow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C53F18-17E2-8F97-570E-32625322A91C}"/>
              </a:ext>
            </a:extLst>
          </p:cNvPr>
          <p:cNvSpPr txBox="1"/>
          <p:nvPr/>
        </p:nvSpPr>
        <p:spPr>
          <a:xfrm>
            <a:off x="1129004" y="710738"/>
            <a:ext cx="106275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new Environment for TensorFlow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 Environment Name: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Tensor_Flow</a:t>
            </a:r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Environments -&gt; Create -&gt; &lt;&lt;Enter Environment Name &gt;&gt; -&gt; </a:t>
            </a:r>
          </a:p>
          <a:p>
            <a:r>
              <a:rPr lang="en-IN" sz="2000" dirty="0">
                <a:solidFill>
                  <a:srgbClr val="0070C0"/>
                </a:solidFill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Python Version 3.8.20-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Create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AFF8C5-286C-1CE0-AF13-6C9DCCAB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956" y="2463282"/>
            <a:ext cx="9182896" cy="378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0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C1DEE5-25BC-4568-9524-B9D418FA7DE8}"/>
              </a:ext>
            </a:extLst>
          </p:cNvPr>
          <p:cNvSpPr txBox="1"/>
          <p:nvPr/>
        </p:nvSpPr>
        <p:spPr>
          <a:xfrm>
            <a:off x="3645763" y="159187"/>
            <a:ext cx="49004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TensorFlow and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A3257-E9A2-43CD-ACF5-339504C7ED49}"/>
              </a:ext>
            </a:extLst>
          </p:cNvPr>
          <p:cNvSpPr txBox="1"/>
          <p:nvPr/>
        </p:nvSpPr>
        <p:spPr>
          <a:xfrm>
            <a:off x="9097347" y="1188720"/>
            <a:ext cx="290415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creating the new environment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Environment on the left side.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the new environment created, expand it 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Installed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drop-down list 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keras-gpu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tensorflow-gpu</a:t>
            </a:r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 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9F207B-709A-AC12-3965-F530E6384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22" y="1334277"/>
            <a:ext cx="8507813" cy="476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71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95C2B-EE79-8CF8-04C1-06F67A7B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3D940-B66C-96FB-8429-FDD0D0CF41D1}"/>
              </a:ext>
            </a:extLst>
          </p:cNvPr>
          <p:cNvSpPr txBox="1"/>
          <p:nvPr/>
        </p:nvSpPr>
        <p:spPr>
          <a:xfrm>
            <a:off x="3645763" y="159187"/>
            <a:ext cx="49004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TensorFlow and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125CE-B082-1A7D-5ECE-937E197716F8}"/>
              </a:ext>
            </a:extLst>
          </p:cNvPr>
          <p:cNvSpPr txBox="1"/>
          <p:nvPr/>
        </p:nvSpPr>
        <p:spPr>
          <a:xfrm>
            <a:off x="1315617" y="1058551"/>
            <a:ext cx="89223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install all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related packages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19AE4-29FD-F51A-2073-3AB217080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40" y="2104341"/>
            <a:ext cx="5894317" cy="424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59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1D7A7-FDB0-27C9-7A9C-C6D4A1330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7DF2AA-248A-806D-7CC7-25C69F6B4877}"/>
              </a:ext>
            </a:extLst>
          </p:cNvPr>
          <p:cNvSpPr txBox="1"/>
          <p:nvPr/>
        </p:nvSpPr>
        <p:spPr>
          <a:xfrm>
            <a:off x="3645762" y="159187"/>
            <a:ext cx="61327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-NumPy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D4B82B-1A05-64C0-E3E2-AD72B939AD2C}"/>
              </a:ext>
            </a:extLst>
          </p:cNvPr>
          <p:cNvSpPr txBox="1"/>
          <p:nvPr/>
        </p:nvSpPr>
        <p:spPr>
          <a:xfrm>
            <a:off x="1315617" y="899930"/>
            <a:ext cx="89223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Installed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 </a:t>
            </a:r>
          </a:p>
          <a:p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list 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6FFE38-D7DF-0B57-4130-42D91D6B4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617" y="2037024"/>
            <a:ext cx="8322905" cy="450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76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AB15-5CF8-B695-F644-4726254E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F0FD8-D4EA-9ED0-241C-D571129337A8}"/>
              </a:ext>
            </a:extLst>
          </p:cNvPr>
          <p:cNvSpPr txBox="1"/>
          <p:nvPr/>
        </p:nvSpPr>
        <p:spPr>
          <a:xfrm>
            <a:off x="3645762" y="159187"/>
            <a:ext cx="61327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F8DC36-708F-2F6F-F8A5-6219B4C924C6}"/>
              </a:ext>
            </a:extLst>
          </p:cNvPr>
          <p:cNvSpPr txBox="1"/>
          <p:nvPr/>
        </p:nvSpPr>
        <p:spPr>
          <a:xfrm>
            <a:off x="1315617" y="899930"/>
            <a:ext cx="89223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Installed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</a:p>
          <a:p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list 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6E1D97-C643-35F2-23FD-1A121AFDA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61" y="1915593"/>
            <a:ext cx="10988992" cy="441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66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74C0-71E8-5CBD-1220-EA2B5AB1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9A87C-24E4-0E27-3F76-72C9686EB80C}"/>
              </a:ext>
            </a:extLst>
          </p:cNvPr>
          <p:cNvSpPr txBox="1"/>
          <p:nvPr/>
        </p:nvSpPr>
        <p:spPr>
          <a:xfrm>
            <a:off x="3645762" y="159187"/>
            <a:ext cx="61327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4F90F-23AB-4240-0247-D22572B2E630}"/>
              </a:ext>
            </a:extLst>
          </p:cNvPr>
          <p:cNvSpPr txBox="1"/>
          <p:nvPr/>
        </p:nvSpPr>
        <p:spPr>
          <a:xfrm>
            <a:off x="1315617" y="899930"/>
            <a:ext cx="8922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install all packages</a:t>
            </a:r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74640E-A06D-B95E-980C-CD86311C2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598" y="1599051"/>
            <a:ext cx="5990504" cy="450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56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747AB-ADDF-E2F5-092C-CA9DF8A9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9CAD53-7EBA-48D6-23E5-CB9F1EEC58D5}"/>
              </a:ext>
            </a:extLst>
          </p:cNvPr>
          <p:cNvSpPr txBox="1"/>
          <p:nvPr/>
        </p:nvSpPr>
        <p:spPr>
          <a:xfrm>
            <a:off x="3645762" y="159187"/>
            <a:ext cx="61327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-Matplotlib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D48AD-424C-3B7B-AAF0-903E75BE2029}"/>
              </a:ext>
            </a:extLst>
          </p:cNvPr>
          <p:cNvSpPr txBox="1"/>
          <p:nvPr/>
        </p:nvSpPr>
        <p:spPr>
          <a:xfrm>
            <a:off x="1315617" y="899930"/>
            <a:ext cx="89223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Installed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</a:p>
          <a:p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list 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BCDF6E-8A92-1C46-A2E1-1F3BC464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43" y="1980085"/>
            <a:ext cx="10226926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1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3063-7CF6-A487-7007-9CEAD4826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6C2DBB-F0E0-60C8-AD90-CE766B359018}"/>
              </a:ext>
            </a:extLst>
          </p:cNvPr>
          <p:cNvSpPr txBox="1"/>
          <p:nvPr/>
        </p:nvSpPr>
        <p:spPr>
          <a:xfrm>
            <a:off x="3645762" y="159187"/>
            <a:ext cx="61327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-Seaborn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3B04ED-559B-0685-87AC-826262801F9D}"/>
              </a:ext>
            </a:extLst>
          </p:cNvPr>
          <p:cNvSpPr txBox="1"/>
          <p:nvPr/>
        </p:nvSpPr>
        <p:spPr>
          <a:xfrm>
            <a:off x="1315617" y="856466"/>
            <a:ext cx="89223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Installed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</a:p>
          <a:p>
            <a:endParaRPr lang="en-IN" sz="2000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the list 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51DD7-51CB-4C6F-A8CF-A8EAB06A6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433" y="2015411"/>
            <a:ext cx="10303133" cy="430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5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0D02E-5A4E-2052-4225-E6C196A6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949555-BA8D-D52C-7437-CF52F8763DE0}"/>
              </a:ext>
            </a:extLst>
          </p:cNvPr>
          <p:cNvSpPr txBox="1"/>
          <p:nvPr/>
        </p:nvSpPr>
        <p:spPr>
          <a:xfrm>
            <a:off x="3645762" y="159187"/>
            <a:ext cx="61327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-Seaborn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8ED83-2D24-F616-CE4B-0BC65C499686}"/>
              </a:ext>
            </a:extLst>
          </p:cNvPr>
          <p:cNvSpPr txBox="1"/>
          <p:nvPr/>
        </p:nvSpPr>
        <p:spPr>
          <a:xfrm>
            <a:off x="1315617" y="899930"/>
            <a:ext cx="8922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install all packages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ABA7E-F6CD-8CA2-9C5C-F39D83F87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386" y="1486785"/>
            <a:ext cx="5456393" cy="426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96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6E560-17DD-DCBF-05B4-BAADCA8F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D29573-1B4F-CB4C-E1B5-7A2279CF1710}"/>
              </a:ext>
            </a:extLst>
          </p:cNvPr>
          <p:cNvSpPr txBox="1"/>
          <p:nvPr/>
        </p:nvSpPr>
        <p:spPr>
          <a:xfrm>
            <a:off x="3442996" y="159187"/>
            <a:ext cx="6438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Common Libraries -</a:t>
            </a:r>
            <a:r>
              <a:rPr lang="en-IN" sz="3200" i="0" dirty="0">
                <a:effectLst/>
                <a:latin typeface="SFMono-Regular"/>
              </a:rPr>
              <a:t>scikit-learn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B569E6-D896-20DD-25BC-72832F42EBE5}"/>
              </a:ext>
            </a:extLst>
          </p:cNvPr>
          <p:cNvSpPr txBox="1"/>
          <p:nvPr/>
        </p:nvSpPr>
        <p:spPr>
          <a:xfrm>
            <a:off x="1315617" y="1058551"/>
            <a:ext cx="8922398" cy="774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Install scikit-learn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pip install scikit-learn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0E6E37-2FA1-E6A3-3404-9C5651548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089" y="2147647"/>
            <a:ext cx="6684983" cy="310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75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D2A72A-C1EA-48F8-96B6-D02C91FB5618}"/>
              </a:ext>
            </a:extLst>
          </p:cNvPr>
          <p:cNvSpPr txBox="1"/>
          <p:nvPr/>
        </p:nvSpPr>
        <p:spPr>
          <a:xfrm>
            <a:off x="9113520" y="976449"/>
            <a:ext cx="259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the newly created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Tensor_flow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from “Applications on”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A93F7-A19C-191A-AE08-EFE207869638}"/>
              </a:ext>
            </a:extLst>
          </p:cNvPr>
          <p:cNvSpPr txBox="1"/>
          <p:nvPr/>
        </p:nvSpPr>
        <p:spPr>
          <a:xfrm>
            <a:off x="3645763" y="291822"/>
            <a:ext cx="49004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Install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839B06-307B-A34F-2A1F-0C8EFED39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08" y="887807"/>
            <a:ext cx="8440490" cy="495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204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7A09-5820-C945-95DB-C67FA87C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A71C71-D1FA-B889-9FCD-776D54AE38FB}"/>
              </a:ext>
            </a:extLst>
          </p:cNvPr>
          <p:cNvSpPr txBox="1"/>
          <p:nvPr/>
        </p:nvSpPr>
        <p:spPr>
          <a:xfrm>
            <a:off x="9244149" y="1396326"/>
            <a:ext cx="259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the newly created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Tensor_flow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from “Applications on”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en-IN" sz="2000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</a:t>
            </a:r>
          </a:p>
          <a:p>
            <a:pPr marL="342900" indent="-342900">
              <a:buAutoNum type="arabicPeriod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</a:t>
            </a:r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8D6ADA-F91F-F056-E4E5-554D3300FD33}"/>
              </a:ext>
            </a:extLst>
          </p:cNvPr>
          <p:cNvSpPr txBox="1"/>
          <p:nvPr/>
        </p:nvSpPr>
        <p:spPr>
          <a:xfrm>
            <a:off x="2509935" y="291822"/>
            <a:ext cx="60363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Notebook-Option1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A9AEC6-1094-1E59-A2A5-D09966BE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85" y="1178562"/>
            <a:ext cx="8910735" cy="4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95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3A67F-74B2-6C52-5484-5472C152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64A3DD-D14C-4B5D-35CD-9A3FBA72BC5D}"/>
              </a:ext>
            </a:extLst>
          </p:cNvPr>
          <p:cNvSpPr txBox="1"/>
          <p:nvPr/>
        </p:nvSpPr>
        <p:spPr>
          <a:xfrm>
            <a:off x="1296955" y="1211407"/>
            <a:ext cx="10537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Launched in the Default Browser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AF5C6E-01F5-3136-F141-C5D25082CDC0}"/>
              </a:ext>
            </a:extLst>
          </p:cNvPr>
          <p:cNvSpPr txBox="1"/>
          <p:nvPr/>
        </p:nvSpPr>
        <p:spPr>
          <a:xfrm>
            <a:off x="3179232" y="283336"/>
            <a:ext cx="65899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Notebook-Option1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6DE1FF-7A40-B647-ED7D-2E5F959B1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9" y="1805665"/>
            <a:ext cx="10874682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77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D9A80E-65C7-4ADB-9584-CC396D39979A}"/>
              </a:ext>
            </a:extLst>
          </p:cNvPr>
          <p:cNvSpPr txBox="1"/>
          <p:nvPr/>
        </p:nvSpPr>
        <p:spPr>
          <a:xfrm>
            <a:off x="6347926" y="1411099"/>
            <a:ext cx="5357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Tensor Flow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-&gt; All -&gt;  Anaconda (anaconda3 -&gt;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(Tensor Flow)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4FEF3-94A3-7BD7-8C35-6B299F09DE3C}"/>
              </a:ext>
            </a:extLst>
          </p:cNvPr>
          <p:cNvSpPr txBox="1"/>
          <p:nvPr/>
        </p:nvSpPr>
        <p:spPr>
          <a:xfrm>
            <a:off x="3044890" y="186928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Notebook-Option2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DDBF39-1CAF-8C9E-C60F-454D80126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1" y="1118916"/>
            <a:ext cx="5357324" cy="490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080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8726F-2853-B2F9-2F3D-D7867883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BF8C96-0095-F298-8211-3F8B3CE81DAC}"/>
              </a:ext>
            </a:extLst>
          </p:cNvPr>
          <p:cNvSpPr txBox="1"/>
          <p:nvPr/>
        </p:nvSpPr>
        <p:spPr>
          <a:xfrm>
            <a:off x="1296955" y="1211407"/>
            <a:ext cx="10537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Launched in the Default Browser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DF535B-A3DA-4CB7-6E98-B9FF685262F7}"/>
              </a:ext>
            </a:extLst>
          </p:cNvPr>
          <p:cNvSpPr txBox="1"/>
          <p:nvPr/>
        </p:nvSpPr>
        <p:spPr>
          <a:xfrm>
            <a:off x="3179232" y="283336"/>
            <a:ext cx="65899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Notebook-Option2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010D71-1B84-BD59-3DE8-9E3E7B2A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9" y="1805665"/>
            <a:ext cx="10874682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33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030E9-23E7-FBD0-4297-BC1976BD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5BFE38-B784-27CA-10E2-C6B6090253B7}"/>
              </a:ext>
            </a:extLst>
          </p:cNvPr>
          <p:cNvSpPr txBox="1"/>
          <p:nvPr/>
        </p:nvSpPr>
        <p:spPr>
          <a:xfrm>
            <a:off x="765112" y="1373270"/>
            <a:ext cx="50665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Once it is open, check that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related libraries  are working </a:t>
            </a:r>
          </a:p>
          <a:p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np</a:t>
            </a: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pandas as pd</a:t>
            </a: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matplotlib.pyplot</a:t>
            </a:r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plt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seaborn as sns</a:t>
            </a: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IN" dirty="0" err="1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above commands need to be completed without any errors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8F68F7-ECB8-A022-BD94-31668E8204C7}"/>
              </a:ext>
            </a:extLst>
          </p:cNvPr>
          <p:cNvSpPr txBox="1"/>
          <p:nvPr/>
        </p:nvSpPr>
        <p:spPr>
          <a:xfrm>
            <a:off x="3044890" y="317557"/>
            <a:ext cx="61022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Launch </a:t>
            </a:r>
            <a:r>
              <a:rPr lang="en-IN" sz="3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IN" sz="3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Notebook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CD267E-768B-8BAD-564D-CC1ED3CEA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593" y="1475906"/>
            <a:ext cx="5173033" cy="298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51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1901</TotalTime>
  <Words>367</Words>
  <Application>Microsoft Office PowerPoint</Application>
  <PresentationFormat>Widescreen</PresentationFormat>
  <Paragraphs>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Arial Rounded MT Bold</vt:lpstr>
      <vt:lpstr>Calibri</vt:lpstr>
      <vt:lpstr>Century Gothic</vt:lpstr>
      <vt:lpstr>Karla</vt:lpstr>
      <vt:lpstr>SFMono-Regular</vt:lpstr>
      <vt:lpstr>Univers Condensed Light</vt:lpstr>
      <vt:lpstr>Office Theme</vt:lpstr>
      <vt:lpstr>Install Tensor Flow</vt:lpstr>
      <vt:lpstr>INSTALL TENSOR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255</cp:revision>
  <dcterms:created xsi:type="dcterms:W3CDTF">2023-08-11T17:08:08Z</dcterms:created>
  <dcterms:modified xsi:type="dcterms:W3CDTF">2025-04-14T12:21:01Z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